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55319" y="2566094"/>
            <a:ext cx="1088136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Understanding the Server Side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/>
        </p:nvSpPr>
        <p:spPr>
          <a:xfrm>
            <a:off x="1390411" y="2427982"/>
            <a:ext cx="941117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 1: Server-Side Technology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5619750" y="3761482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905250" y="4094857"/>
            <a:ext cx="438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What happens "behind the scenes" of a website?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87884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571500" y="1887884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Think of a website like a restaurant.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571500" y="2973734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Client-Side (The Menu):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571500" y="341947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what you, the user, see. It's the menu you read (HTML, CSS). It's static and looks the same for everyone.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71500" y="448240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Server-Side (The Kitchen):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4928145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where the work happens. It takes your order (a request), processes it (runs logic, gets data), and prepares your unique meal (the final webpage).</a:t>
            </a:r>
            <a:endParaRPr/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897409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What is Server-Side? (An Analogy)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41190"/>
            <a:ext cx="3429000" cy="3527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41190"/>
            <a:ext cx="3429000" cy="3527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41190"/>
            <a:ext cx="3429000" cy="3527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1420891" y="3150840"/>
            <a:ext cx="1730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Store Data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866775" y="39223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Securely stores and retrieves user profiles, products, and posts from a database.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4790836" y="3150840"/>
            <a:ext cx="26103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Handle Security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4676775" y="39223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Manages user logins, protects private information, and processes payments safely.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415813" y="3150840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Create Dynamic Content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486775" y="43795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Shows personalized content, like "Welcome, [Your Name]!" instead of the same page for everyone.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5975" y="245551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45551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0" y="245551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Why Do We Need It?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1625441" y="2427982"/>
            <a:ext cx="894111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 2: What is a Web Server?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619750" y="3761482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509962" y="4094857"/>
            <a:ext cx="51720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'waiter' that takes your order and delivers your page.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71500" y="240982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web server is special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software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(like Apache or IIS) that runs on a powerful computer, available 24/7.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312985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Its Main Job: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1000125" y="3729930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Listens: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 constantly waits for HTTP requests from your browser.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1000125" y="414709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Processes: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 finds the right files or runs the server-side code (like ASP.NET) to build the page.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1000125" y="4838551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Responds: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 sends the finished page (HTML, images) back to your browser to be displayed.</a:t>
            </a:r>
            <a:endParaRPr/>
          </a:p>
        </p:txBody>
      </p:sp>
      <p:pic>
        <p:nvPicPr>
          <p:cNvPr descr="image.png"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809625" y="374898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09625" y="416614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09625" y="4857601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What is a Web Server?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41190"/>
            <a:ext cx="3429000" cy="3527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41190"/>
            <a:ext cx="3429000" cy="3527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41190"/>
            <a:ext cx="3429000" cy="35279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795813" y="3150840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Apache HTTP Server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66775" y="43795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One of the oldest and most popular. It's open-source, free, and runs a huge portion of the web.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4605813" y="3150840"/>
            <a:ext cx="298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NGINX (Engine-X)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4676775" y="3922365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modern, high-performance server known for its speed and ability to handle thousands of connections at once.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890873" y="3150840"/>
            <a:ext cx="20302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Microsoft IIS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8486775" y="3922365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(Internet Information Services) The server built into Windows. It's the primary choice for hosting ASP.NET applications.</a:t>
            </a:r>
            <a:endParaRPr/>
          </a:p>
        </p:txBody>
      </p:sp>
      <p:pic>
        <p:nvPicPr>
          <p:cNvPr descr="image.png" id="156" name="Google Shape;15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4555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975" y="245551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05975" y="245551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Examples of Web Servers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1425416" y="2427982"/>
            <a:ext cx="934116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 3: Introduction to ASP.NET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5619750" y="3761482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709987" y="4094857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powerful tool for building server-side applications.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571500" y="240982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ASP.NET is 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framework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(a set of pre-built tools and code) created by Microsoft.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1000125" y="312985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It's not a language, but a platform that uses languages like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C# (C-Sharp)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1000125" y="3821310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It's used to build powerful, fast, and secure web applications.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1000125" y="4238476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modern version,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ASP.NET Core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is free, open-source, and can run on Windows, Linux, and macOS.</a:t>
            </a:r>
            <a:endParaRPr/>
          </a:p>
        </p:txBody>
      </p:sp>
      <p:pic>
        <p:nvPicPr>
          <p:cNvPr descr="image.png" id="176" name="Google Shape;1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809625" y="314890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809625" y="384036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809625" y="425752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What is ASP.NET?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320278" y="2427982"/>
            <a:ext cx="1155144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 4: Client-Server Communication</a:t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5619750" y="3761482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4781550" y="4094857"/>
            <a:ext cx="26289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it all talks to each other.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687" y="20002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6334125" y="2212776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Request-Response Cycle</a:t>
            </a:r>
            <a:endParaRPr/>
          </a:p>
        </p:txBody>
      </p:sp>
      <p:pic>
        <p:nvPicPr>
          <p:cNvPr descr="image.png" id="194" name="Google Shape;1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9212" y="200977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6715125" y="2822376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Client Request: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Your browser (Client) sends an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 Request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the server's address.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6715125" y="3513832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Server Processing: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Web Server (e.g., IIS) gets the request, runs the ASP.NET code, and gets data from a database.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6715125" y="4205287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Server Response: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server bundles the finished HTML into an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 Response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sends it back.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715125" y="4896742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Client Renders: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Your browser receives the response and "renders" (draws) the page you see.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6524625" y="284142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6524625" y="353288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6524625" y="422433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6524625" y="491579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The Communication Flow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/>
        </p:nvSpPr>
        <p:spPr>
          <a:xfrm>
            <a:off x="295275" y="248036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571500" y="383291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